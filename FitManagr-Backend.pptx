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fdedf51-54de-1a74-5383-c8d884feb5a3}">
          <p14:sldIdLst>
            <p14:sldId id="256"/>
            <p14:sldId id="257"/>
            <p14:sldId id="258"/>
            <p14:sldId id="259"/>
          </p14:sldIdLst>
        </p14:section>
        <p14:section name="Inside ERPNext" id="{ddc0ef82-a183-190a-4ffa-750018ac3e5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latform" id="{630ad294-4d7d-58c5-c49a-c6b8f397738c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FitManagr turns any ERPNext into a gym management system. Same login, same server, no extra licences for the ERP.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we solve for gym owners who already use, or want, ERPNext.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sales slide: one backend, three ways to sell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scheduler runs everything below on each gym's own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= Frappe version. ERPNext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hp/fitmanagr/fitmanagr-frontend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TITLE_PH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hp/fitmanagr/fitmanagr-frontend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10312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FitManagr · Backend for Frappe / ERPNext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1031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FitManagr for ERPNext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977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Complete gym management inside your Frappe / ERPNext system: members, billing, attendance, training and automation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Works with Frappe / ERPNext v14 · v15 · v16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Gyms still run on registers, spreadsheets and WhatsApp</a:t>
            </a:r>
            <a:endParaRPr lang="en-US" sz="3200" dirty="0"/>
          </a:p>
        </p:txBody>
      </p:sp>
      <p:sp>
        <p:nvSpPr>
          <p:cNvPr id="4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Paper registers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Renewals are missed, dues go unnoticed, and nobody knows who actually visits.</a:t>
            </a:r>
            <a:endParaRPr lang="en-US" sz="1400" dirty="0"/>
          </a:p>
        </p:txBody>
      </p:sp>
      <p:sp>
        <p:nvSpPr>
          <p:cNvPr id="9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Manual follow-ups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Staff chase members one by one on personal phones, with no record of who was called.</a:t>
            </a:r>
            <a:endParaRPr lang="en-US" sz="1400" dirty="0"/>
          </a:p>
        </p:txBody>
      </p:sp>
      <p:sp>
        <p:nvSpPr>
          <p:cNvPr id="14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Disconnected tools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Gym software in one place, accounts in ERPNext, and nothing matches at month end.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FitManagr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runs the whole gym on the same Frappe / ERPNext server the business already trusts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One login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owners, managers, front desk and trainers each see only what their role allows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you 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583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Gym doctypes: members to payroll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14700" y="1554480"/>
            <a:ext cx="2583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14700" y="265176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REST API endpoints for any 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554480"/>
            <a:ext cx="2583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65176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Frappe / ERPNext versions: v14, v15, v16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46820" y="1554480"/>
            <a:ext cx="2583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46820" y="265176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Built-in roles with row-level security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Multi-gym and multi-branch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one server can host many gyms, each fully isolated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Automation built in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expiry, reminders, dues, payroll and daily summaries run on their own every night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No ERPNext changes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FitManagr adds its own doctypes and never modifies ERPNext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ways to deploy it</a:t>
            </a:r>
            <a:endParaRPr lang="en-US" sz="3200" dirty="0"/>
          </a:p>
        </p:txBody>
      </p:sp>
      <p:sp>
        <p:nvSpPr>
          <p:cNvPr id="4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ERPNext Desk only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Gym runs inside ERPNext's own screens. Click Set Up Gym and you are live, with every module on, no expiry and no limits.</a:t>
            </a:r>
            <a:endParaRPr lang="en-US" sz="1400" dirty="0"/>
          </a:p>
        </p:txBody>
      </p:sp>
      <p:sp>
        <p:nvSpPr>
          <p:cNvPr id="9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Desk + FitManagr apps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 the owner, staff, member and kiosk apps (web, Android, iOS) on top of the same backend.</a:t>
            </a:r>
            <a:endParaRPr lang="en-US" sz="1400" dirty="0"/>
          </a:p>
        </p:txBody>
      </p:sp>
      <p:sp>
        <p:nvSpPr>
          <p:cNvPr id="14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Your own custom UI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 a branded website or app on the REST API. Security and gym isolation are enforced by the backend.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Same backend in all three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start in the desk, add the apps or your own UI later, with nothing to migrate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Mix them freely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accounts team in the desk, front desk on a tablet, members on the phone app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Upgrade any time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add the apps or a custom UI later, on the same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Inside the ERPNext desk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Everything a gym needs, as normal Frappe forms, lists and reports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FitManagr workspace for every gym role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One click from the sidebar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members, memberships, payments, check-ins, leads and classes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Grouped by job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Members &amp; Billing, Front Desk, Training, Staff &amp; Finance, Setup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Role-aware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trainers never see salaries; front desk can't delete payments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Standard Frappe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list filters, group-by, report view, Excel export and print formats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65776" y="1678781"/>
            <a:ext cx="6632143" cy="4186238"/>
          </a:xfrm>
          <a:prstGeom prst="roundRect">
            <a:avLst>
              <a:gd name="adj" fmla="val 1747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desk worksp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33645"/>
            <a:ext cx="6522415" cy="40765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 up a gym in one step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Set Up Gym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gym name, owner and mobile; FitManagr creates the rest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Created for you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owner login, Main branch, staff record, plans, time slots, workout and diet templates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Self-hosted licence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all modules on, no expiry, no member or branch limits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Many gyms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run it once per gym; each gym's users see only their own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65776" y="1678781"/>
            <a:ext cx="6632143" cy="4186238"/>
          </a:xfrm>
          <a:prstGeom prst="roundRect">
            <a:avLst>
              <a:gd name="adj" fmla="val 1747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desk setup gy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33645"/>
            <a:ext cx="6522415" cy="40765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Members and memberships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Member profile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photo, contact, emergency details, status, validity, dues and last visit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Enrol / Renew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plan, discount and payment in one step; renewals start the day after the current plan ends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Freeze, unfreeze, cancel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freezing pushes the end date out automatically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Plans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— general, PT, couple, class pack, off-peak slot, day pass, with a joining fee charged only the first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65776" y="1678781"/>
            <a:ext cx="6632143" cy="4186238"/>
          </a:xfrm>
          <a:prstGeom prst="roundRect">
            <a:avLst>
              <a:gd name="adj" fmla="val 1747"/>
            </a:avLst>
          </a:prstGeom>
          <a:solidFill>
            <a:schemeClr val="bg2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7">
                <a:alpha val="18000"/>
              </a:srgbClr>
            </a:outerShdw>
          </a:effectLst>
        </p:spPr>
      </p:sp>
      <p:pic>
        <p:nvPicPr>
          <p:cNvPr id="5" name="Image 0" descr="desk member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33645"/>
            <a:ext cx="6522415" cy="40765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Billing that never loses a rupee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28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Dues per membership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membership tracks its own balance, and the member shows the total.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7282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Auto-allocation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payment goes to the oldest unpaid membership first. Overpayment is blocked.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7282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GST invoices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PDF invoice on every payment, sent by email and WhatsApp. Rate and SAC per gym.</a:t>
            </a:r>
            <a:endParaRPr lang="en-US" sz="1400" dirty="0"/>
          </a:p>
        </p:txBody>
      </p:sp>
      <p:sp>
        <p:nvSpPr>
          <p:cNvPr id="18" name="card-3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428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payment mode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Cash, UPI, card, bank transfer or Razorpay online, with reference numbers.</a:t>
            </a:r>
            <a:endParaRPr lang="en-US" sz="1400" dirty="0"/>
          </a:p>
        </p:txBody>
      </p:sp>
      <p:sp>
        <p:nvSpPr>
          <p:cNvPr id="23" name="card-4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45567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2428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4256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Expenses &amp; P&amp;L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5676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Expense categories and a profit-and-loss for any date range.</a:t>
            </a:r>
            <a:endParaRPr lang="en-US" sz="1400" dirty="0"/>
          </a:p>
        </p:txBody>
      </p:sp>
      <p:sp>
        <p:nvSpPr>
          <p:cNvPr id="28" name="card-5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833628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296" y="424281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2208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Payroll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3628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Staff salary, PT commission and monthly salary slips.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Attendance, access and training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28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QR check-in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Member QR, gym entrance QR and kiosk mode. Repeat scans within 30 minutes are ignored.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7282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Access rules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Expired, frozen or out-of-slot members are blocked at the door (configurable).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7282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Access devices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286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Register turnstiles and biometric machines per branch.</a:t>
            </a:r>
            <a:endParaRPr lang="en-US" sz="1400" dirty="0"/>
          </a:p>
        </p:txBody>
      </p:sp>
      <p:sp>
        <p:nvSpPr>
          <p:cNvPr id="18" name="card-3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428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Classes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Timetable, capacity, bookings, waitlist and attendance, with no double booking.</a:t>
            </a:r>
            <a:endParaRPr lang="en-US" sz="1400" dirty="0"/>
          </a:p>
        </p:txBody>
      </p:sp>
      <p:sp>
        <p:nvSpPr>
          <p:cNvPr id="23" name="card-4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4556760" y="4114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776" y="42428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4256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Personal training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5676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Trainers, PT packs, session calendar and sessions used.</a:t>
            </a:r>
            <a:endParaRPr lang="en-US" sz="1400" dirty="0"/>
          </a:p>
        </p:txBody>
      </p:sp>
      <p:sp>
        <p:nvSpPr>
          <p:cNvPr id="28" name="card-5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8336280" y="4114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296" y="424281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22080" y="41148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Diet &amp; workout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36280" y="48006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Indian diet templates and workout splits, assigned to members.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Leads and follow-up calls (CRM)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Lead pipeline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→ Contacted → Trial → Converted or Lost, with source and assignment.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 call list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Renewals, dues, members absent 7+ days and expiring trials land on today's list.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One-tap conversion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Convert a lead into a member with plan and payment in one step.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Every call is logged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outcome and callback date, so managers see who followed up and who didn't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Branch-aware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front desk at each branch sees only their branch's list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Automation that runs every night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 (gym time)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Memberships move Upcoming → Active → Expired; freezes end; dues refresh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follow-up call list is built for front desk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reminders (7/3/1 days), expiry notices, birthday wishes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SMS, email,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Dues reminder to members with a 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SMS,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Owner's daily summary: collections, check-ins, renewals due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day: salary slips generated and 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 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and PT session reminders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Push, 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Secure by design, multi-gym by default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Tenant isolation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row carries its gym. Lists, forms, links and the REST API are filtered to the user's gym automatically.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Roles &amp; branches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Owner, Manager, Front Desk, Trainer and Member roles. Front desk and trainers can be locked to one branch.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Protected fields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Status, licence limits, dues and logins can't be forged through the API.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Tested on every push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automated tests check that one gym can never read or link another gym's data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Full audit trail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Frappe keeps the version history of every record and who changed it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Your server, your data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self-hosted clients keep all member data on their own ERPNext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REST API for any UI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20116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/api/method/fitmanagr.api.v1.members.check_in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token &lt;api_key&gt;:&lt;api_secret&gt;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"member": "MEM-00012", "method": "Manual" }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About 100 endpoints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session, members, check-in, billing, classes, PT, plans, finance, insights, member app, notifications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Standard Frappe REST too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/api/resource on every gym doctype, with the same security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Auth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— API key/secret, session cookie, or a Firebase token in SaaS mode</a:t>
            </a:r>
            <a:endParaRPr lang="en-US" sz="1500" dirty="0"/>
          </a:p>
        </p:txBody>
      </p:sp>
      <p:sp>
        <p:nvSpPr>
          <p:cNvPr id="5" name="card-0"/>
          <p:cNvSpPr/>
          <p:nvPr/>
        </p:nvSpPr>
        <p:spPr>
          <a:xfrm>
            <a:off x="6675120" y="1463040"/>
            <a:ext cx="4937760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90372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36" y="181965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Branded website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377440"/>
            <a:ext cx="4480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Members book classes and pay online.</a:t>
            </a:r>
            <a:endParaRPr lang="en-US" sz="1400" dirty="0"/>
          </a:p>
        </p:txBody>
      </p:sp>
      <p:sp>
        <p:nvSpPr>
          <p:cNvPr id="10" name="card-1"/>
          <p:cNvSpPr/>
          <p:nvPr/>
        </p:nvSpPr>
        <p:spPr>
          <a:xfrm>
            <a:off x="6675120" y="3124200"/>
            <a:ext cx="4937760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903720" y="3352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34808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3352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Flutter / React Native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4038600"/>
            <a:ext cx="4480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custom app per franchise.</a:t>
            </a:r>
            <a:endParaRPr lang="en-US" sz="1400" dirty="0"/>
          </a:p>
        </p:txBody>
      </p:sp>
      <p:sp>
        <p:nvSpPr>
          <p:cNvPr id="15" name="card-2"/>
          <p:cNvSpPr/>
          <p:nvPr/>
        </p:nvSpPr>
        <p:spPr>
          <a:xfrm>
            <a:off x="6675120" y="4785360"/>
            <a:ext cx="4937760" cy="1432560"/>
          </a:xfrm>
          <a:prstGeom prst="roundRect">
            <a:avLst>
              <a:gd name="adj" fmla="val 766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903720" y="5013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514197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589520" y="5013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Kiosk screen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903720" y="5699760"/>
            <a:ext cx="44805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door tablet that only checks members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 in four commands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28016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Frappe / ERPNext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 / 3.12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1371600"/>
            <a:ext cx="5212080" cy="20116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2540" tIns="2540" rIns="2540" bIns="254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get-app &lt;repo&gt; --branch version-15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erp.example.com install-app fitmanagr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 --site erp.example.com enable-scheduler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Desk → Gym → Set Up Gym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Frappe Cloud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install on a private bench from the private GitHub repo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Own server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any Ubuntu server with a production bench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Tested on all three versions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 — CI tests every branch on every push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Licensing options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54864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Self-hosted licence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One-time or annual licence on the client's own ERPNext. All modules, no member limits, no expiry.</a:t>
            </a:r>
            <a:endParaRPr lang="en-US" sz="1400" dirty="0"/>
          </a:p>
        </p:txBody>
      </p:sp>
      <p:sp>
        <p:nvSpPr>
          <p:cNvPr id="8" name="card-1"/>
          <p:cNvSpPr/>
          <p:nvPr/>
        </p:nvSpPr>
        <p:spPr>
          <a:xfrm>
            <a:off x="432816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567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776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4256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SaaS subscription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5676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host it. Starter, Growth and Pro plans with a base price plus a per-member price, and a free trial.</a:t>
            </a:r>
            <a:endParaRPr lang="en-US" sz="1400" dirty="0"/>
          </a:p>
        </p:txBody>
      </p:sp>
      <p:sp>
        <p:nvSpPr>
          <p:cNvPr id="13" name="card-2"/>
          <p:cNvSpPr/>
          <p:nvPr/>
        </p:nvSpPr>
        <p:spPr>
          <a:xfrm>
            <a:off x="8107680" y="1463040"/>
            <a:ext cx="35052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3362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96" y="1819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2080" y="169164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 build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36280" y="2377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Your own UI, ERPNext accounting posting, integrations and white-label apps.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Self-hosted never expires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the daily licence check skips gyms without an expiry date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SaaS prices are editable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base price, per-member price and modules per plan, plus custom deals per gym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Apps on top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 — owner, member and kiosk apps can be added to any option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 your gym on ERPNext, starting 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Setup guide: satyabrata12017.github.io/fitmanagr-setup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Contact: Satya · satyabrata12017@gmail.com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See the Frontend deck for the owner, staff and member apps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Managr">
  <a:themeElements>
    <a:clrScheme name="FitManagr">
      <a:dk1>
        <a:srgbClr val="0B0F17"/>
      </a:dk1>
      <a:lt1>
        <a:srgbClr val="FFFFFF"/>
      </a:lt1>
      <a:dk2>
        <a:srgbClr val="334155"/>
      </a:dk2>
      <a:lt2>
        <a:srgbClr val="F4F5F7"/>
      </a:lt2>
      <a:accent1>
        <a:srgbClr val="F2491D"/>
      </a:accent1>
      <a:accent2>
        <a:srgbClr val="FF7A2F"/>
      </a:accent2>
      <a:accent3>
        <a:srgbClr val="1E293B"/>
      </a:accent3>
      <a:accent4>
        <a:srgbClr val="16A34A"/>
      </a:accent4>
      <a:accent5>
        <a:srgbClr val="0EA5E9"/>
      </a:accent5>
      <a:accent6>
        <a:srgbClr val="FFD7C2"/>
      </a:accent6>
      <a:hlink>
        <a:srgbClr val="F2491D"/>
      </a:hlink>
      <a:folHlink>
        <a:srgbClr val="C92A12"/>
      </a:folHlink>
    </a:clrScheme>
    <a:fontScheme name="FitManag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FitManagr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FitManagr Backend for Frappe / ERPNext</dc:title>
  <dc:subject>FitManagr backend: gym management on Frappe and ERPNext v14, v15, v16</dc:subject>
  <dc:creator>Satya</dc:creator>
  <cp:lastModifiedBy>Satya</cp:lastModifiedBy>
  <cp:revision>1</cp:revision>
  <dcterms:created xsi:type="dcterms:W3CDTF">2026-10-27T20:07:42Z</dcterms:created>
  <dcterms:modified xsi:type="dcterms:W3CDTF">2026-10-27T20:07:42Z</dcterms:modified>
</cp:coreProperties>
</file>