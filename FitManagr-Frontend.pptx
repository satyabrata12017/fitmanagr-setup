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2844160-5b9b-58fe-2e7a-c8b87e26398b}">
          <p14:sldIdLst>
            <p14:sldId id="256"/>
            <p14:sldId id="257"/>
          </p14:sldIdLst>
        </p14:section>
        <p14:section name="Owner &amp; staff app" id="{36d73e64-fa21-9ba9-7966-469bc2d0b81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Member app" id="{38891ff9-960d-379c-dc21-6d75878b8876}">
          <p14:sldIdLst>
            <p14:sldId id="266"/>
            <p14:sldId id="267"/>
            <p14:sldId id="268"/>
          </p14:sldIdLst>
        </p14:section>
        <p14:section name="Platform" id="{a13ab190-d245-af1d-3078-2f2d40db94d3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works on top of the FitManagr backend: our server or the client's own ERPNext.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hp/fitmanagr/fitmanagr-frontend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_TITLE_PH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hp/fitmanagr/fitmanagr-frontend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10312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FitManagr · Owner, Staff &amp; Member Apps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_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1031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FitManagr Apps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39776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Run the gym from a phone or tablet. Members get their own app.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Web · Android · iOS · Tablet kiosk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app, three experiences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548640" y="1371600"/>
            <a:ext cx="5852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28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00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Owner &amp; staff app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Dashboard, members, billing, check-in, kiosk, leads, classes, PT, staff, expenses and reports. Menus follow each role.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548640" y="3063240"/>
            <a:ext cx="5852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4198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Member app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Login with mobile + OTP. Plan card, QR check-in, class booking, diet and workout plans, payments and progress.</a:t>
            </a:r>
            <a:endParaRPr lang="en-US" sz="1400" dirty="0"/>
          </a:p>
        </p:txBody>
      </p:sp>
      <p:sp>
        <p:nvSpPr>
          <p:cNvPr id="13" name="card-2"/>
          <p:cNvSpPr/>
          <p:nvPr/>
        </p:nvSpPr>
        <p:spPr>
          <a:xfrm>
            <a:off x="548640" y="4754880"/>
            <a:ext cx="5852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11149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983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Admin console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56692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 the platform owner: all gyms, plans and pricing, trials, invoices and support tickets.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65976" y="2084480"/>
            <a:ext cx="1618488" cy="3374839"/>
          </a:xfrm>
          <a:prstGeom prst="roundRect">
            <a:avLst>
              <a:gd name="adj" fmla="val 4520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19" name="Image 3" descr="owner phone ho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39344"/>
            <a:ext cx="1508760" cy="326511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330184" y="2084480"/>
            <a:ext cx="1618488" cy="3374839"/>
          </a:xfrm>
          <a:prstGeom prst="roundRect">
            <a:avLst>
              <a:gd name="adj" fmla="val 4520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21" name="Image 4" descr="member hom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139344"/>
            <a:ext cx="1508760" cy="326511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994392" y="2084480"/>
            <a:ext cx="1618488" cy="3374839"/>
          </a:xfrm>
          <a:prstGeom prst="roundRect">
            <a:avLst>
              <a:gd name="adj" fmla="val 4520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23" name="Image 5" descr="guest log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9256" y="2139344"/>
            <a:ext cx="1508760" cy="32651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Owner &amp; staff app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Everything the front desk and the owner do in a day, on phone or tablet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owner's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Today at a glance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active members, today's check-ins, monthly revenue and growth, pending dues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Charts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6-month revenue, 7-day check-ins, this month's P&amp;L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Act now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renewals due with call and WhatsApp buttons, birthdays, lead follow-ups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17136" y="1450351"/>
            <a:ext cx="3508096" cy="4643097"/>
          </a:xfrm>
          <a:prstGeom prst="roundRect">
            <a:avLst>
              <a:gd name="adj" fmla="val 2085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owner tablet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05215"/>
            <a:ext cx="3398368" cy="45333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58737" y="1271016"/>
            <a:ext cx="2370268" cy="5001768"/>
          </a:xfrm>
          <a:prstGeom prst="roundRect">
            <a:avLst>
              <a:gd name="adj" fmla="val 3086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7" name="Image 1" descr="owner phone 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601" y="1325880"/>
            <a:ext cx="226054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Members, with the full picture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Search and filter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by name, mobile or ID; Active, Expiring, Expired, Dues, Frozen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Member 360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memberships, payments, attendance, progress, workout and diet, invoices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Digital card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a QR membership card to share on WhatsApp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Add with a camera photo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straight from the phone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17136" y="1450351"/>
            <a:ext cx="3508096" cy="4643097"/>
          </a:xfrm>
          <a:prstGeom prst="roundRect">
            <a:avLst>
              <a:gd name="adj" fmla="val 2085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owner tablet memb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05215"/>
            <a:ext cx="3398368" cy="45333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58737" y="1271016"/>
            <a:ext cx="2370268" cy="5001768"/>
          </a:xfrm>
          <a:prstGeom prst="roundRect">
            <a:avLst>
              <a:gd name="adj" fmla="val 3086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7" name="Image 1" descr="owner phone member det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601" y="1325880"/>
            <a:ext cx="226054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Check-in at the door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Camera QR scanner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scan the member's card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Gym entrance QR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members scan it themselves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Kiosk mode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a full-screen tablet at the entrance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Rules applied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expired, frozen and out-of-slot members are blocked; repeat scans ignored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17136" y="1450351"/>
            <a:ext cx="3508096" cy="4643097"/>
          </a:xfrm>
          <a:prstGeom prst="roundRect">
            <a:avLst>
              <a:gd name="adj" fmla="val 2085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owner tablet check 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05215"/>
            <a:ext cx="3398368" cy="45333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58737" y="1271016"/>
            <a:ext cx="2370268" cy="5001768"/>
          </a:xfrm>
          <a:prstGeom prst="roundRect">
            <a:avLst>
              <a:gd name="adj" fmla="val 3086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7" name="Image 1" descr="owner phone check 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601" y="1325880"/>
            <a:ext cx="226054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Payments and GST invoices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Collect in seconds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cash, UPI, card or online, with partial payments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Automatic invoice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GST PDF sent on WhatsApp and email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Dues list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who owes what, with one-tap reminders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93364" y="1271016"/>
            <a:ext cx="3776967" cy="5001768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owner tablet pay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8228" y="1325880"/>
            <a:ext cx="3667239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Follow-up calls and leads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Today's call list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renewals, dues, absent members and expiring trials, built automatically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Tap to call or WhatsApp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log the outcome and set a callback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Lead pipeline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New → Contacted → Trial → Converted, with one-tap conversion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17136" y="1450351"/>
            <a:ext cx="3508096" cy="4643097"/>
          </a:xfrm>
          <a:prstGeom prst="roundRect">
            <a:avLst>
              <a:gd name="adj" fmla="val 2085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owner tablet follow u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05215"/>
            <a:ext cx="3398368" cy="45333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58737" y="1271016"/>
            <a:ext cx="2370268" cy="5001768"/>
          </a:xfrm>
          <a:prstGeom prst="roundRect">
            <a:avLst>
              <a:gd name="adj" fmla="val 3086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7" name="Image 1" descr="owner phone lea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601" y="1325880"/>
            <a:ext cx="226054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Classes, PT, diet and workout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Class timetable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capacity, bookings, waitlist, attendance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Personal training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trainers, sessions, member requests to approve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Plans library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Indian diet templates and workout splits, assigned in a tap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17136" y="1450351"/>
            <a:ext cx="3508096" cy="4643097"/>
          </a:xfrm>
          <a:prstGeom prst="roundRect">
            <a:avLst>
              <a:gd name="adj" fmla="val 2085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owner tablet cla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05215"/>
            <a:ext cx="3398368" cy="45333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9824" y="1450351"/>
            <a:ext cx="3508096" cy="4643097"/>
          </a:xfrm>
          <a:prstGeom prst="roundRect">
            <a:avLst>
              <a:gd name="adj" fmla="val 2085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7" name="Image 1" descr="owner tablet program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688" y="1505215"/>
            <a:ext cx="3398368" cy="45333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Staff, payroll, expenses and reports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Staff &amp; trainers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roles, logins, trainer profiles shown to members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Payroll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salary, PT commission, monthly slips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Reports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P&amp;L, collections by mode, revenue by plan, peak hours, lead funnel, trainer load, CSV export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17136" y="1450351"/>
            <a:ext cx="3508096" cy="4643097"/>
          </a:xfrm>
          <a:prstGeom prst="roundRect">
            <a:avLst>
              <a:gd name="adj" fmla="val 2085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owner tablet repo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05215"/>
            <a:ext cx="3398368" cy="45333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9824" y="1450351"/>
            <a:ext cx="3508096" cy="4643097"/>
          </a:xfrm>
          <a:prstGeom prst="roundRect">
            <a:avLst>
              <a:gd name="adj" fmla="val 2085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7" name="Image 1" descr="owner tablet sta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688" y="1505215"/>
            <a:ext cx="3398368" cy="45333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The member app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Members manage their own membership: fewer calls to the front desk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Members do it themselves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Login with mobile + OTP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— over WhatsApp or SMS; no passwords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Home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— plan card, days left, PT sessions left, today's class and diet, streak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Check-in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— personal QR, or scan the gym's entrance QR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Classes and trainers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— book, cancel, waitlist, request PT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Pay online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— renew or clear dues with UPI or card; download invoices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Progress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— weight chart, BMI, measurements, attendance calendar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0016" y="1985538"/>
            <a:ext cx="1709928" cy="3572725"/>
          </a:xfrm>
          <a:prstGeom prst="roundRect">
            <a:avLst>
              <a:gd name="adj" fmla="val 4278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memb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040402"/>
            <a:ext cx="1600200" cy="34629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83096" y="1985538"/>
            <a:ext cx="1709928" cy="3572725"/>
          </a:xfrm>
          <a:prstGeom prst="roundRect">
            <a:avLst>
              <a:gd name="adj" fmla="val 4278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7" name="Image 1" descr="member clas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40402"/>
            <a:ext cx="1600200" cy="346299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66176" y="1985538"/>
            <a:ext cx="1709928" cy="3572725"/>
          </a:xfrm>
          <a:prstGeom prst="roundRect">
            <a:avLst>
              <a:gd name="adj" fmla="val 4278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9" name="Image 2" descr="member di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40402"/>
            <a:ext cx="1600200" cy="346299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049256" y="1985538"/>
            <a:ext cx="1709928" cy="3572725"/>
          </a:xfrm>
          <a:prstGeom prst="roundRect">
            <a:avLst>
              <a:gd name="adj" fmla="val 4278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11" name="Image 3" descr="member me tab progre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2040402"/>
            <a:ext cx="1600200" cy="3462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message, on the right channel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→ GST invoice PDF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due (7 / 3 / 1 days)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expired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Dues 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/ PT reminders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Birthday, we-miss-you (7 days absent)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daily summary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Each gym switches every channel on or off, and every send is logged.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Phone, tablet, desktop: web and store apps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548640" y="13716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28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Installable web app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 to the home screen on Android, iPhone, tablet or PC. It updates itself.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4328160" y="13716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567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17282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4256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Android (Play Store)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56760" y="2286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Native push, camera QR, haptics and share. Signed .aab built by one script.</a:t>
            </a:r>
            <a:endParaRPr lang="en-US" sz="1400" dirty="0"/>
          </a:p>
        </p:txBody>
      </p:sp>
      <p:sp>
        <p:nvSpPr>
          <p:cNvPr id="13" name="card-2"/>
          <p:cNvSpPr/>
          <p:nvPr/>
        </p:nvSpPr>
        <p:spPr>
          <a:xfrm>
            <a:off x="8107680" y="13716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62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96" y="17282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208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iOS (App Store)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36280" y="2286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Built on GitHub's macOS runners, so no Mac is needed. Sent to TestFlight automatically.</a:t>
            </a:r>
            <a:endParaRPr lang="en-US" sz="1400" dirty="0"/>
          </a:p>
        </p:txBody>
      </p:sp>
      <p:sp>
        <p:nvSpPr>
          <p:cNvPr id="18" name="card-3"/>
          <p:cNvSpPr/>
          <p:nvPr/>
        </p:nvSpPr>
        <p:spPr>
          <a:xfrm>
            <a:off x="548640" y="38862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24281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1148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Light and dark mode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006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Follows the system or the user's choice, with safe areas for notches.</a:t>
            </a:r>
            <a:endParaRPr lang="en-US" sz="1400" dirty="0"/>
          </a:p>
        </p:txBody>
      </p:sp>
      <p:sp>
        <p:nvSpPr>
          <p:cNvPr id="23" name="card-4"/>
          <p:cNvSpPr/>
          <p:nvPr/>
        </p:nvSpPr>
        <p:spPr>
          <a:xfrm>
            <a:off x="4328160" y="38862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45567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76" y="424281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42560" y="41148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Tablet layouts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56760" y="48006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Wide tables and side panels on tablets; cards on phones.</a:t>
            </a:r>
            <a:endParaRPr lang="en-US" sz="1400" dirty="0"/>
          </a:p>
        </p:txBody>
      </p:sp>
      <p:sp>
        <p:nvSpPr>
          <p:cNvPr id="28" name="card-5"/>
          <p:cNvSpPr/>
          <p:nvPr/>
        </p:nvSpPr>
        <p:spPr>
          <a:xfrm>
            <a:off x="8107680" y="38862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833628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296" y="424281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22080" y="41148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White-label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36280" y="48006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Your brand name, logo and app id per customer, from the same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Admin console for SaaS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All gyms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status, plan, members and this month's bill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Plans and pricing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base price plus per-member price, custom deals per gym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Trials and licences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extend, suspend or activate in a click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Support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tickets from gyms and app error logs in one place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0706" y="1271016"/>
            <a:ext cx="5802284" cy="5001768"/>
          </a:xfrm>
          <a:prstGeom prst="roundRect">
            <a:avLst>
              <a:gd name="adj" fmla="val 1463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admin home 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5570" y="1325880"/>
            <a:ext cx="5692556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Works on any FitManagr backend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54864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Our cloud (SaaS)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Gyms sign up and start a free trial. We host and bill monthly.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432816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567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1819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4256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Client's own ERPNext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5676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Point the app at the client's ERPNext with FitManagr installed. Nothing to migrate.</a:t>
            </a:r>
            <a:endParaRPr lang="en-US" sz="1400" dirty="0"/>
          </a:p>
        </p:txBody>
      </p:sp>
      <p:sp>
        <p:nvSpPr>
          <p:cNvPr id="13" name="card-2"/>
          <p:cNvSpPr/>
          <p:nvPr/>
        </p:nvSpPr>
        <p:spPr>
          <a:xfrm>
            <a:off x="810768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62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96" y="18196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208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 UI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3628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Prefer a different design? Build on the same REST API.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One setting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the app's API address decides which server it talks to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Same features everywhere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desk users and app users see the same members, payments and check-ins in real time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White-label per client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build the store apps under the client's own name and logo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Give every gym an app its members love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0896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Setup guide: satyabrata12017.github.io/fitmanagr-setup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Contact: Satya · satyabrata12017@gmail.com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See the Backend deck for ERPNext deployment and licensing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Managr">
  <a:themeElements>
    <a:clrScheme name="FitManagr">
      <a:dk1>
        <a:srgbClr val="0B0F17"/>
      </a:dk1>
      <a:lt1>
        <a:srgbClr val="FFFFFF"/>
      </a:lt1>
      <a:dk2>
        <a:srgbClr val="334155"/>
      </a:dk2>
      <a:lt2>
        <a:srgbClr val="F4F5F7"/>
      </a:lt2>
      <a:accent1>
        <a:srgbClr val="F2491D"/>
      </a:accent1>
      <a:accent2>
        <a:srgbClr val="FF7A2F"/>
      </a:accent2>
      <a:accent3>
        <a:srgbClr val="1E293B"/>
      </a:accent3>
      <a:accent4>
        <a:srgbClr val="16A34A"/>
      </a:accent4>
      <a:accent5>
        <a:srgbClr val="0EA5E9"/>
      </a:accent5>
      <a:accent6>
        <a:srgbClr val="FFD7C2"/>
      </a:accent6>
      <a:hlink>
        <a:srgbClr val="F2491D"/>
      </a:hlink>
      <a:folHlink>
        <a:srgbClr val="C92A12"/>
      </a:folHlink>
    </a:clrScheme>
    <a:fontScheme name="FitManag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FitManagr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FitManagr Owner, Staff &amp; Member Apps</dc:title>
  <dc:subject>FitManagr apps: owner, staff, member and kiosk on web, Android and iOS</dc:subject>
  <dc:creator>Satya</dc:creator>
  <cp:lastModifiedBy>Satya</cp:lastModifiedBy>
  <cp:revision>1</cp:revision>
  <dcterms:created xsi:type="dcterms:W3CDTF">2026-10-27T20:07:42Z</dcterms:created>
  <dcterms:modified xsi:type="dcterms:W3CDTF">2026-10-27T20:07:42Z</dcterms:modified>
</cp:coreProperties>
</file>